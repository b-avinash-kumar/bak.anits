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99" r:id="rId3"/>
    <p:sldId id="358" r:id="rId4"/>
    <p:sldId id="359" r:id="rId5"/>
    <p:sldId id="331" r:id="rId6"/>
    <p:sldId id="324" r:id="rId7"/>
    <p:sldId id="325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272" r:id="rId2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09F36-6338-4BD9-B108-27207BA2652A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Unacademy</a:t>
            </a:r>
            <a:r>
              <a:rPr lang="en-US" dirty="0"/>
              <a:t>-Educate App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AB59B-B42F-48AB-B497-E1FE5AE237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3232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06FF5A-0F19-4C33-A9BA-C9E4E9ED9EED}" type="datetimeFigureOut">
              <a:rPr lang="en-US" smtClean="0"/>
              <a:pPr/>
              <a:t>11/3/2022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Unacademy-Educate App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A3B0B-8D23-4C72-8B02-8231BC05F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27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Unacademy-Educate App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5A3B0B-8D23-4C72-8B02-8231BC05F7F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100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171450"/>
            <a:ext cx="8695944" cy="452628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4015472"/>
            <a:ext cx="8723376" cy="998685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0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5944" cy="3552444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40" y="3152694"/>
            <a:ext cx="2876429" cy="535520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3056467"/>
            <a:ext cx="5544515" cy="637604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9" y="3065672"/>
            <a:ext cx="5467980" cy="580704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3055632"/>
            <a:ext cx="3308000" cy="488662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3043917"/>
            <a:ext cx="8723376" cy="997406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1847670"/>
            <a:ext cx="7772400" cy="1143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7" y="1078087"/>
            <a:ext cx="6417735" cy="70485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009394"/>
            <a:ext cx="3822192" cy="25854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09394"/>
            <a:ext cx="3822192" cy="25854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08585"/>
            <a:ext cx="3822192" cy="47982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5" y="2571751"/>
            <a:ext cx="3820055" cy="20228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008585"/>
            <a:ext cx="3822192" cy="47982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71751"/>
            <a:ext cx="3822192" cy="20228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171450"/>
            <a:ext cx="8695944" cy="1069848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535644"/>
            <a:ext cx="8723376" cy="997406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171450"/>
            <a:ext cx="8695944" cy="1069848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686051"/>
            <a:ext cx="3352800" cy="142875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535643"/>
            <a:ext cx="8723376" cy="998685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1714500"/>
            <a:ext cx="3352800" cy="939546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3" y="1371600"/>
            <a:ext cx="3904076" cy="28575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171450"/>
            <a:ext cx="8695944" cy="452628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4015472"/>
            <a:ext cx="8723376" cy="998685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7" y="254000"/>
            <a:ext cx="3812645" cy="1822451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4" y="2089151"/>
            <a:ext cx="3818467" cy="18161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028700"/>
            <a:ext cx="3566160" cy="219456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171450"/>
            <a:ext cx="8695944" cy="1069848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535643"/>
            <a:ext cx="8723376" cy="998685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85851"/>
            <a:ext cx="2057400" cy="3365500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85850"/>
            <a:ext cx="6019800" cy="3365501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171450"/>
            <a:ext cx="8695944" cy="185166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259572"/>
            <a:ext cx="8723376" cy="997406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53746"/>
            <a:ext cx="8229600" cy="939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3" y="4687624"/>
            <a:ext cx="378669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40" y="4687624"/>
            <a:ext cx="378669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9" y="4687623"/>
            <a:ext cx="11618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A58080F5-C223-4970-ACD2-A2739B9A547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9" y="2006600"/>
            <a:ext cx="7408333" cy="258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81150"/>
            <a:ext cx="8686800" cy="649281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itchFamily="34" charset="0"/>
              </a:rPr>
              <a:t>Programming for Problem Solving</a:t>
            </a:r>
            <a:endParaRPr lang="en-I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By </a:t>
            </a:r>
            <a:r>
              <a:rPr lang="en-US" sz="2800" dirty="0" err="1"/>
              <a:t>Boina</a:t>
            </a:r>
            <a:r>
              <a:rPr lang="en-US" sz="2800" dirty="0"/>
              <a:t> </a:t>
            </a:r>
            <a:r>
              <a:rPr lang="en-US" sz="2800" dirty="0" err="1"/>
              <a:t>Avinash</a:t>
            </a:r>
            <a:r>
              <a:rPr lang="en-US" sz="2800" dirty="0"/>
              <a:t> Kumar (</a:t>
            </a:r>
            <a:r>
              <a:rPr lang="en-US" sz="2800" dirty="0" err="1"/>
              <a:t>M.Tech</a:t>
            </a:r>
            <a:r>
              <a:rPr lang="en-US" sz="2800" dirty="0"/>
              <a:t> CSI)</a:t>
            </a:r>
          </a:p>
          <a:p>
            <a:r>
              <a:rPr lang="en-US" sz="2800" dirty="0"/>
              <a:t>Assistant Professor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169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352550"/>
            <a:ext cx="8686799" cy="3242072"/>
          </a:xfrm>
        </p:spPr>
        <p:txBody>
          <a:bodyPr>
            <a:normAutofit/>
          </a:bodyPr>
          <a:lstStyle/>
          <a:p>
            <a:r>
              <a:rPr lang="en-IN" dirty="0"/>
              <a:t>Algorithm</a:t>
            </a:r>
          </a:p>
          <a:p>
            <a:r>
              <a:rPr lang="en-IN" dirty="0"/>
              <a:t>Properties</a:t>
            </a:r>
          </a:p>
          <a:p>
            <a:r>
              <a:rPr lang="en-IN" dirty="0"/>
              <a:t>Examples</a:t>
            </a:r>
          </a:p>
          <a:p>
            <a:r>
              <a:rPr lang="en-IN" dirty="0"/>
              <a:t>Flowchart</a:t>
            </a:r>
          </a:p>
          <a:p>
            <a:r>
              <a:rPr lang="en-IN" dirty="0"/>
              <a:t>Examples</a:t>
            </a:r>
          </a:p>
          <a:p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/>
              <a:t>Outline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3376380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352550"/>
            <a:ext cx="8686799" cy="3242072"/>
          </a:xfrm>
        </p:spPr>
        <p:txBody>
          <a:bodyPr>
            <a:normAutofit/>
          </a:bodyPr>
          <a:lstStyle/>
          <a:p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3600" b="1" dirty="0"/>
          </a:p>
        </p:txBody>
      </p:sp>
      <p:pic>
        <p:nvPicPr>
          <p:cNvPr id="1026" name="Picture 2" descr="How to make Maggi | Best Maggi Recipe | Maggi Noodles Recipe">
            <a:extLst>
              <a:ext uri="{FF2B5EF4-FFF2-40B4-BE49-F238E27FC236}">
                <a16:creationId xmlns:a16="http://schemas.microsoft.com/office/drawing/2014/main" id="{B909EA39-2015-B11E-63FB-0E40C0BAF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85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352550"/>
            <a:ext cx="8686799" cy="3242072"/>
          </a:xfrm>
        </p:spPr>
        <p:txBody>
          <a:bodyPr>
            <a:normAutofit/>
          </a:bodyPr>
          <a:lstStyle/>
          <a:p>
            <a:endParaRPr 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985497-DDEE-3EB0-9FE6-FD4A3A7C6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2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81150"/>
            <a:ext cx="8686799" cy="3124200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by step procedure 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for 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solving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any 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problem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is known as algorithm.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 algorithm is a finite set of instructions that, if followed, 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accomplishes a particular task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 algorithm is a sequence of 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computational steps 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that 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transform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input into a valuable 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or required </a:t>
            </a:r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160869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3640" y="1428750"/>
            <a:ext cx="8756723" cy="316587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There are more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quantities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are extremely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supplied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At least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 quantity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produced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Definiteness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Each instruction of the algorithm should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 clear and unambiguous.</a:t>
            </a:r>
            <a:endParaRPr lang="en-IN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Finiteness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The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process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should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terminated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after a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finite number of steps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Effectiveness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Every instruction must be </a:t>
            </a: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enough to be carried out theoretically </a:t>
            </a:r>
            <a:r>
              <a:rPr lang="en-US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by using paper and pencil</a:t>
            </a:r>
            <a:r>
              <a:rPr lang="en-IN" i="1" dirty="0"/>
              <a:t>	</a:t>
            </a:r>
            <a:endParaRPr lang="en-IN" dirty="0"/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Properties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5978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81149"/>
            <a:ext cx="8686799" cy="3106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 for Addition of two numbers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Start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Declare </a:t>
            </a:r>
            <a:r>
              <a:rPr lang="en-IN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sum=0</a:t>
            </a: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Read values for num1, num2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4: </a:t>
            </a: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num1 and num2 and assign the result to sum</a:t>
            </a:r>
            <a:endParaRPr lang="en-I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5: Display sum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6: Stop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45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3" y="1321594"/>
            <a:ext cx="8686799" cy="36398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Algorithm to convert temperature from Celsius(°C) to Fahrenheit(°F)</a:t>
            </a:r>
            <a:endParaRPr lang="en-IN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1: Start</a:t>
            </a:r>
          </a:p>
          <a:p>
            <a:pPr marL="0" indent="0"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2: Declare </a:t>
            </a:r>
            <a:r>
              <a:rPr lang="en-IN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F=0</a:t>
            </a:r>
          </a:p>
          <a:p>
            <a:pPr marL="0" indent="0">
              <a:buNone/>
            </a:pPr>
            <a:r>
              <a:rPr lang="en-IN" dirty="0"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Read the temperature value in Celsius</a:t>
            </a:r>
          </a:p>
          <a:p>
            <a:pPr marL="0" indent="0"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IN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Applying Formula of Conversion  </a:t>
            </a:r>
            <a:r>
              <a:rPr lang="en-IN" dirty="0" err="1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i.e</a:t>
            </a:r>
            <a:r>
              <a:rPr lang="en-IN" dirty="0">
                <a:solidFill>
                  <a:srgbClr val="FF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F=(9*C)/5+32</a:t>
            </a:r>
          </a:p>
          <a:p>
            <a:pPr marL="0" indent="0"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4: Print the Temperature in Fahrenheit</a:t>
            </a:r>
          </a:p>
          <a:p>
            <a:pPr marL="0" indent="0">
              <a:buNone/>
            </a:pPr>
            <a:r>
              <a:rPr lang="en-IN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Step 5: Stop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969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76350"/>
            <a:ext cx="8686799" cy="34112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 to find maximum of two numbers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Start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Read num1 and num2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Compare num1 with num2</a:t>
            </a:r>
            <a:endParaRPr lang="en-I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If num1 is greater than num2, num1 is greatest</a:t>
            </a:r>
            <a:endParaRPr lang="en-I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else num2 is greater</a:t>
            </a:r>
            <a:endParaRPr lang="en-I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4: Print maximum number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5: Stop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497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93292"/>
            <a:ext cx="8686799" cy="35882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 to find even number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Start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Read a number n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the number n is even or odd</a:t>
            </a:r>
            <a:endParaRPr lang="en-I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If n%2 is equal to 0, then n is even</a:t>
            </a:r>
            <a:endParaRPr lang="en-I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else n is odd number.</a:t>
            </a:r>
            <a:endParaRPr lang="en-I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4: Print a message that n is even number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5: Stop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Examples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45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3640" y="919448"/>
            <a:ext cx="8686799" cy="37681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 to find </a:t>
            </a:r>
            <a:r>
              <a:rPr lang="en-IN" b="1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 of n</a:t>
            </a: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numbers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Start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Declare </a:t>
            </a:r>
            <a:r>
              <a:rPr lang="en-IN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sum=0,i=0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Step3:Read number </a:t>
            </a:r>
            <a:r>
              <a:rPr lang="en-IN" dirty="0" err="1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</a:t>
            </a:r>
            <a:endParaRPr lang="en-IN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4: </a:t>
            </a: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Repeat the step 5 to step 6 until </a:t>
            </a:r>
            <a:r>
              <a:rPr lang="en-IN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&lt;=</a:t>
            </a:r>
            <a:r>
              <a:rPr lang="en-IN" dirty="0" err="1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</a:t>
            </a:r>
            <a:endParaRPr lang="en-IN" dirty="0">
              <a:solidFill>
                <a:srgbClr val="FF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5: </a:t>
            </a: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sum=</a:t>
            </a:r>
            <a:r>
              <a:rPr lang="en-IN" dirty="0" err="1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sum+i</a:t>
            </a:r>
            <a:endParaRPr lang="en-IN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6: </a:t>
            </a:r>
            <a:r>
              <a:rPr lang="en-IN" dirty="0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increment </a:t>
            </a:r>
            <a:r>
              <a:rPr lang="en-IN" dirty="0" err="1">
                <a:solidFill>
                  <a:srgbClr val="FF0000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IN" dirty="0">
              <a:solidFill>
                <a:srgbClr val="FF0000"/>
              </a:solidFill>
              <a:effectLst/>
              <a:latin typeface="Candara" panose="020E0502030303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7: Print sum</a:t>
            </a:r>
          </a:p>
          <a:p>
            <a:pPr marL="0" indent="0">
              <a:buNone/>
            </a:pP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8: Stop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22239" y="147088"/>
            <a:ext cx="8229600" cy="939546"/>
          </a:xfrm>
        </p:spPr>
        <p:txBody>
          <a:bodyPr>
            <a:normAutofit/>
          </a:bodyPr>
          <a:lstStyle/>
          <a:p>
            <a:r>
              <a:rPr lang="en-IN" b="1" dirty="0"/>
              <a:t>Examples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446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3640" y="1428750"/>
            <a:ext cx="8686799" cy="32588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an algorithm for finding </a:t>
            </a:r>
            <a:r>
              <a:rPr lang="en-IN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 of a circle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an algorithm </a:t>
            </a:r>
            <a:r>
              <a:rPr lang="en-IN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convert temperature from Fahrenheit(°F) to Celsius(°C) 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an algorithm to find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distance between two points</a:t>
            </a:r>
          </a:p>
          <a:p>
            <a:pPr marL="0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an algorithm to find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perimeter and area of a rectangle</a:t>
            </a:r>
            <a:endParaRPr lang="en-IN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RIT </a:t>
            </a:r>
            <a:r>
              <a:rPr lang="en-US" dirty="0" err="1"/>
              <a:t>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22239" y="147088"/>
            <a:ext cx="8229600" cy="939546"/>
          </a:xfrm>
        </p:spPr>
        <p:txBody>
          <a:bodyPr>
            <a:normAutofit/>
          </a:bodyPr>
          <a:lstStyle/>
          <a:p>
            <a:r>
              <a:rPr lang="en-IN" b="1" dirty="0"/>
              <a:t>Question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871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3640" y="1581150"/>
            <a:ext cx="8686799" cy="3106473"/>
          </a:xfrm>
        </p:spPr>
        <p:txBody>
          <a:bodyPr>
            <a:noAutofit/>
          </a:bodyPr>
          <a:lstStyle/>
          <a:p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flowchart is a </a:t>
            </a: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graphical representation </a:t>
            </a: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an </a:t>
            </a: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Programmers often use it as a </a:t>
            </a: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program-planning tool </a:t>
            </a: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solve a problem.</a:t>
            </a: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makes use of </a:t>
            </a: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symbols</a:t>
            </a: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are connected among them to indicate the flow of information and processing.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process of drawing a flowchart for an algorithm is known as “</a:t>
            </a:r>
            <a:r>
              <a:rPr lang="en-IN" b="1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flowcharting</a:t>
            </a:r>
            <a:r>
              <a:rPr lang="en-IN" dirty="0"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”. </a:t>
            </a: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RIT </a:t>
            </a:r>
            <a:r>
              <a:rPr lang="en-US" dirty="0" err="1"/>
              <a:t>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939546"/>
          </a:xfrm>
        </p:spPr>
        <p:txBody>
          <a:bodyPr>
            <a:normAutofit/>
          </a:bodyPr>
          <a:lstStyle/>
          <a:p>
            <a:r>
              <a:rPr lang="en-IN" b="1" dirty="0"/>
              <a:t>Flowchart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376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BF9611F-23B6-F78F-551A-278B93DA1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40" y="182032"/>
            <a:ext cx="8721760" cy="4505591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FBD53-9323-3058-7694-1D9EC07E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9DC69-31DC-7E43-6B22-68D22BF5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F66A2-54C8-43D9-1706-6971390C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276D2-338D-980D-C83B-F5E1535A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Symbols</a:t>
            </a:r>
          </a:p>
        </p:txBody>
      </p:sp>
    </p:spTree>
    <p:extLst>
      <p:ext uri="{BB962C8B-B14F-4D97-AF65-F5344CB8AC3E}">
        <p14:creationId xmlns:p14="http://schemas.microsoft.com/office/powerpoint/2010/main" val="4153986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FBD53-9323-3058-7694-1D9EC07E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9DC69-31DC-7E43-6B22-68D22BF5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F66A2-54C8-43D9-1706-6971390C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276D2-338D-980D-C83B-F5E1535A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Symbols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CF4C53-5491-303C-0D03-F500D80DB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87A9D6-F362-1431-C22F-48E4DE837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5" y="110607"/>
            <a:ext cx="8972550" cy="457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15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FBD53-9323-3058-7694-1D9EC07E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9DC69-31DC-7E43-6B22-68D22BF5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F66A2-54C8-43D9-1706-6971390C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276D2-338D-980D-C83B-F5E1535A3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90750"/>
            <a:ext cx="8229600" cy="939546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1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for Addition of two numbers</a:t>
            </a:r>
            <a:endParaRPr lang="en-IN" sz="3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71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1FE84C-3549-B92E-519C-9964ADBBD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674CF-09A2-56DF-EA9B-8F5B86F8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3997F-A2F3-AD19-BCB9-3FF14B19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B657A-B010-1C44-65DC-31BFDAAA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4568AE-AD8C-3F0E-74A4-9105D3B7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1">
            <a:extLst>
              <a:ext uri="{FF2B5EF4-FFF2-40B4-BE49-F238E27FC236}">
                <a16:creationId xmlns:a16="http://schemas.microsoft.com/office/drawing/2014/main" id="{8BE0C6D1-5035-36B9-4450-B87C78B5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66857"/>
            <a:ext cx="5867400" cy="465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12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FBD53-9323-3058-7694-1D9EC07E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9DC69-31DC-7E43-6B22-68D22BF5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F66A2-54C8-43D9-1706-6971390C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276D2-338D-980D-C83B-F5E1535A3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932556"/>
            <a:ext cx="8229600" cy="2996946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</a:t>
            </a:r>
            <a:r>
              <a:rPr lang="en-IN" b="1" dirty="0">
                <a:solidFill>
                  <a:schemeClr val="accent1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convert temperature from Celsius(°C) to Fahrenheit(°F)</a:t>
            </a:r>
            <a:br>
              <a:rPr lang="en-IN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722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1FE84C-3549-B92E-519C-9964ADBBD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674CF-09A2-56DF-EA9B-8F5B86F8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3997F-A2F3-AD19-BCB9-3FF14B19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B657A-B010-1C44-65DC-31BFDAAA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4568AE-AD8C-3F0E-74A4-9105D3B7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68D31E-C39E-8B5D-0DD9-00B9BE6D3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146" y="182033"/>
            <a:ext cx="4495800" cy="459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14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FBD53-9323-3058-7694-1D9EC07E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9DC69-31DC-7E43-6B22-68D22BF5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F66A2-54C8-43D9-1706-6971390C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276D2-338D-980D-C83B-F5E1535A3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3550"/>
            <a:ext cx="8229600" cy="2667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</a:t>
            </a:r>
            <a:r>
              <a:rPr lang="en-US" sz="7200" b="1" dirty="0">
                <a:solidFill>
                  <a:schemeClr val="accent1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accent1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input two numbers from the user and display the largest of two numbers </a:t>
            </a:r>
            <a:endParaRPr lang="en-IN" sz="7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321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1FE84C-3549-B92E-519C-9964ADBBD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674CF-09A2-56DF-EA9B-8F5B86F8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3997F-A2F3-AD19-BCB9-3FF14B19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B657A-B010-1C44-65DC-31BFDAAA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4568AE-AD8C-3F0E-74A4-9105D3B7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120B24-C203-EB7F-7BE8-6D8EDE80C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84786"/>
            <a:ext cx="5731510" cy="450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FBD53-9323-3058-7694-1D9EC07E0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9DC69-31DC-7E43-6B22-68D22BF5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F66A2-54C8-43D9-1706-6971390C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276D2-338D-980D-C83B-F5E1535A3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14550"/>
            <a:ext cx="8229600" cy="1168146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Flowchart </a:t>
            </a:r>
            <a:r>
              <a:rPr lang="en-IN" b="1" dirty="0">
                <a:solidFill>
                  <a:schemeClr val="accent1"/>
                </a:solidFill>
                <a:effectLst/>
                <a:latin typeface="Candara" panose="020E0502030303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find even number</a:t>
            </a:r>
            <a:endParaRPr lang="en-IN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909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1FE84C-3549-B92E-519C-9964ADBBD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1674CF-09A2-56DF-EA9B-8F5B86F8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3997F-A2F3-AD19-BCB9-3FF14B19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B657A-B010-1C44-65DC-31BFDAAA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4568AE-AD8C-3F0E-74A4-9105D3B7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3AEF82-D077-98CB-2A27-D2C08D5A2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" y="133351"/>
            <a:ext cx="5731510" cy="475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230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3-Nov-22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RIT Autonomouse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080F5-C223-4970-ACD2-A2739B9A547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904267" y="2110085"/>
            <a:ext cx="33354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1683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5533</TotalTime>
  <Words>709</Words>
  <Application>Microsoft Office PowerPoint</Application>
  <PresentationFormat>On-screen Show (16:9)</PresentationFormat>
  <Paragraphs>157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Candara</vt:lpstr>
      <vt:lpstr>Consolas</vt:lpstr>
      <vt:lpstr>Symbol</vt:lpstr>
      <vt:lpstr>Waveform</vt:lpstr>
      <vt:lpstr>Programming for Problem Solving</vt:lpstr>
      <vt:lpstr>Outline</vt:lpstr>
      <vt:lpstr>PowerPoint Presentation</vt:lpstr>
      <vt:lpstr>PowerPoint Presentation</vt:lpstr>
      <vt:lpstr>Algorithm</vt:lpstr>
      <vt:lpstr>Properties</vt:lpstr>
      <vt:lpstr>Examples</vt:lpstr>
      <vt:lpstr>Examples</vt:lpstr>
      <vt:lpstr>Examples</vt:lpstr>
      <vt:lpstr>Examples</vt:lpstr>
      <vt:lpstr>Examples</vt:lpstr>
      <vt:lpstr>Question</vt:lpstr>
      <vt:lpstr>Flowchart</vt:lpstr>
      <vt:lpstr>Symbols</vt:lpstr>
      <vt:lpstr>Symbols</vt:lpstr>
      <vt:lpstr>Flowchart for Addition of two numbers</vt:lpstr>
      <vt:lpstr>PowerPoint Presentation</vt:lpstr>
      <vt:lpstr>Flowchart  to convert temperature from Celsius(°C) to Fahrenheit(°F) </vt:lpstr>
      <vt:lpstr>PowerPoint Presentation</vt:lpstr>
      <vt:lpstr>Flowchart to input two numbers from the user and display the largest of two numbers </vt:lpstr>
      <vt:lpstr>PowerPoint Presentation</vt:lpstr>
      <vt:lpstr>Flowchart to find even number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– “Exception”</dc:title>
  <dc:creator>honey</dc:creator>
  <cp:lastModifiedBy>boina</cp:lastModifiedBy>
  <cp:revision>731</cp:revision>
  <dcterms:created xsi:type="dcterms:W3CDTF">2020-06-15T07:25:43Z</dcterms:created>
  <dcterms:modified xsi:type="dcterms:W3CDTF">2022-11-03T13:58:32Z</dcterms:modified>
</cp:coreProperties>
</file>